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56" r:id="rId3"/>
    <p:sldId id="260" r:id="rId4"/>
    <p:sldId id="257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2BC74-F6D7-46B0-A19E-3216C5956353}" v="84" dt="2026-10-26T08:35:37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u Joseph" userId="28a372b1d2fbd0b3" providerId="LiveId" clId="{1FD64D71-CF40-4727-A7CA-3C96234B7028}"/>
    <pc:docChg chg="undo custSel addSld delSld modSld sldOrd">
      <pc:chgData name="Chinnu Joseph" userId="28a372b1d2fbd0b3" providerId="LiveId" clId="{1FD64D71-CF40-4727-A7CA-3C96234B7028}" dt="2026-10-26T08:37:31.130" v="3891" actId="22"/>
      <pc:docMkLst>
        <pc:docMk/>
      </pc:docMkLst>
      <pc:sldChg chg="addSp delSp modSp mod">
        <pc:chgData name="Chinnu Joseph" userId="28a372b1d2fbd0b3" providerId="LiveId" clId="{1FD64D71-CF40-4727-A7CA-3C96234B7028}" dt="2026-10-26T08:37:17.920" v="3885" actId="1076"/>
        <pc:sldMkLst>
          <pc:docMk/>
          <pc:sldMk cId="1464585672" sldId="256"/>
        </pc:sldMkLst>
        <pc:spChg chg="add mod">
          <ac:chgData name="Chinnu Joseph" userId="28a372b1d2fbd0b3" providerId="LiveId" clId="{1FD64D71-CF40-4727-A7CA-3C96234B7028}" dt="2026-10-26T08:20:58.155" v="3673" actId="20577"/>
          <ac:spMkLst>
            <pc:docMk/>
            <pc:sldMk cId="1464585672" sldId="256"/>
            <ac:spMk id="2" creationId="{42349771-6E91-A7FF-D594-1A326A77BCE9}"/>
          </ac:spMkLst>
        </pc:spChg>
        <pc:spChg chg="add del mod">
          <ac:chgData name="Chinnu Joseph" userId="28a372b1d2fbd0b3" providerId="LiveId" clId="{1FD64D71-CF40-4727-A7CA-3C96234B7028}" dt="2026-10-26T07:51:14.414" v="3347" actId="478"/>
          <ac:spMkLst>
            <pc:docMk/>
            <pc:sldMk cId="1464585672" sldId="256"/>
            <ac:spMk id="4" creationId="{48DC85DC-4F9F-27E3-317F-2A8FF8C409BD}"/>
          </ac:spMkLst>
        </pc:spChg>
        <pc:spChg chg="add del mod">
          <ac:chgData name="Chinnu Joseph" userId="28a372b1d2fbd0b3" providerId="LiveId" clId="{1FD64D71-CF40-4727-A7CA-3C96234B7028}" dt="2026-10-26T07:47:35.595" v="3288"/>
          <ac:spMkLst>
            <pc:docMk/>
            <pc:sldMk cId="1464585672" sldId="256"/>
            <ac:spMk id="5" creationId="{2B602F13-DF30-019A-7B1A-C19B8A1C735F}"/>
          </ac:spMkLst>
        </pc:spChg>
        <pc:spChg chg="add del mod">
          <ac:chgData name="Chinnu Joseph" userId="28a372b1d2fbd0b3" providerId="LiveId" clId="{1FD64D71-CF40-4727-A7CA-3C96234B7028}" dt="2026-10-26T08:05:14.228" v="3402" actId="478"/>
          <ac:spMkLst>
            <pc:docMk/>
            <pc:sldMk cId="1464585672" sldId="256"/>
            <ac:spMk id="7" creationId="{AFB3532B-5D69-F1AF-8FE7-EC6A0546D441}"/>
          </ac:spMkLst>
        </pc:spChg>
        <pc:spChg chg="add del mod">
          <ac:chgData name="Chinnu Joseph" userId="28a372b1d2fbd0b3" providerId="LiveId" clId="{1FD64D71-CF40-4727-A7CA-3C96234B7028}" dt="2026-10-26T08:05:46.816" v="3413" actId="478"/>
          <ac:spMkLst>
            <pc:docMk/>
            <pc:sldMk cId="1464585672" sldId="256"/>
            <ac:spMk id="9" creationId="{DA541771-FD06-7C68-CEBC-422AEE9B5BF5}"/>
          </ac:spMkLst>
        </pc:spChg>
        <pc:spChg chg="add del mod">
          <ac:chgData name="Chinnu Joseph" userId="28a372b1d2fbd0b3" providerId="LiveId" clId="{1FD64D71-CF40-4727-A7CA-3C96234B7028}" dt="2026-10-26T08:06:27.588" v="3427" actId="478"/>
          <ac:spMkLst>
            <pc:docMk/>
            <pc:sldMk cId="1464585672" sldId="256"/>
            <ac:spMk id="11" creationId="{E2A2DE41-C9F1-3339-AF86-57896534BDA3}"/>
          </ac:spMkLst>
        </pc:spChg>
        <pc:spChg chg="add mod">
          <ac:chgData name="Chinnu Joseph" userId="28a372b1d2fbd0b3" providerId="LiveId" clId="{1FD64D71-CF40-4727-A7CA-3C96234B7028}" dt="2026-10-26T08:21:39.426" v="3678" actId="1076"/>
          <ac:spMkLst>
            <pc:docMk/>
            <pc:sldMk cId="1464585672" sldId="256"/>
            <ac:spMk id="14" creationId="{60A706B0-AE69-3E29-45C8-3EEA8DECE620}"/>
          </ac:spMkLst>
        </pc:spChg>
        <pc:spChg chg="add mod ord">
          <ac:chgData name="Chinnu Joseph" userId="28a372b1d2fbd0b3" providerId="LiveId" clId="{1FD64D71-CF40-4727-A7CA-3C96234B7028}" dt="2026-10-26T08:21:39.426" v="3678" actId="1076"/>
          <ac:spMkLst>
            <pc:docMk/>
            <pc:sldMk cId="1464585672" sldId="256"/>
            <ac:spMk id="15" creationId="{00838A18-2724-BB2F-CC77-58493A589B8F}"/>
          </ac:spMkLst>
        </pc:spChg>
        <pc:spChg chg="add mod ord">
          <ac:chgData name="Chinnu Joseph" userId="28a372b1d2fbd0b3" providerId="LiveId" clId="{1FD64D71-CF40-4727-A7CA-3C96234B7028}" dt="2026-10-26T08:21:39.426" v="3678" actId="1076"/>
          <ac:spMkLst>
            <pc:docMk/>
            <pc:sldMk cId="1464585672" sldId="256"/>
            <ac:spMk id="16" creationId="{4ED5A09E-3D08-8CDB-2D3F-988D6A06CFF3}"/>
          </ac:spMkLst>
        </pc:spChg>
        <pc:spChg chg="add mod ord">
          <ac:chgData name="Chinnu Joseph" userId="28a372b1d2fbd0b3" providerId="LiveId" clId="{1FD64D71-CF40-4727-A7CA-3C96234B7028}" dt="2026-10-26T08:21:39.426" v="3678" actId="1076"/>
          <ac:spMkLst>
            <pc:docMk/>
            <pc:sldMk cId="1464585672" sldId="256"/>
            <ac:spMk id="21" creationId="{48105877-2EED-0CE3-8C9F-44E75E40C3FE}"/>
          </ac:spMkLst>
        </pc:spChg>
        <pc:spChg chg="mod">
          <ac:chgData name="Chinnu Joseph" userId="28a372b1d2fbd0b3" providerId="LiveId" clId="{1FD64D71-CF40-4727-A7CA-3C96234B7028}" dt="2026-10-26T08:29:04.850" v="3742" actId="1076"/>
          <ac:spMkLst>
            <pc:docMk/>
            <pc:sldMk cId="1464585672" sldId="256"/>
            <ac:spMk id="22" creationId="{84964373-5E78-953E-B995-5C01371DF38D}"/>
          </ac:spMkLst>
        </pc:spChg>
        <pc:spChg chg="add mod">
          <ac:chgData name="Chinnu Joseph" userId="28a372b1d2fbd0b3" providerId="LiveId" clId="{1FD64D71-CF40-4727-A7CA-3C96234B7028}" dt="2026-10-26T08:37:17.920" v="3885" actId="1076"/>
          <ac:spMkLst>
            <pc:docMk/>
            <pc:sldMk cId="1464585672" sldId="256"/>
            <ac:spMk id="25" creationId="{1C418D0F-DA91-A821-3248-03D85FDE8C6B}"/>
          </ac:spMkLst>
        </pc:spChg>
        <pc:picChg chg="add del mod">
          <ac:chgData name="Chinnu Joseph" userId="28a372b1d2fbd0b3" providerId="LiveId" clId="{1FD64D71-CF40-4727-A7CA-3C96234B7028}" dt="2026-10-26T08:09:10.183" v="3477" actId="478"/>
          <ac:picMkLst>
            <pc:docMk/>
            <pc:sldMk cId="1464585672" sldId="256"/>
            <ac:picMk id="6" creationId="{B9C9F74C-4127-D1A9-21D8-13E7AA2D4D1A}"/>
          </ac:picMkLst>
        </pc:picChg>
        <pc:picChg chg="add del mod">
          <ac:chgData name="Chinnu Joseph" userId="28a372b1d2fbd0b3" providerId="LiveId" clId="{1FD64D71-CF40-4727-A7CA-3C96234B7028}" dt="2026-10-26T08:08:59.984" v="3475" actId="478"/>
          <ac:picMkLst>
            <pc:docMk/>
            <pc:sldMk cId="1464585672" sldId="256"/>
            <ac:picMk id="10" creationId="{5AA6554F-7D91-2355-7B31-8450C2CEE003}"/>
          </ac:picMkLst>
        </pc:picChg>
        <pc:picChg chg="add mod">
          <ac:chgData name="Chinnu Joseph" userId="28a372b1d2fbd0b3" providerId="LiveId" clId="{1FD64D71-CF40-4727-A7CA-3C96234B7028}" dt="2026-10-26T08:21:39.426" v="3678" actId="1076"/>
          <ac:picMkLst>
            <pc:docMk/>
            <pc:sldMk cId="1464585672" sldId="256"/>
            <ac:picMk id="13" creationId="{BD4EFA2A-0620-9264-521C-167C3DE90158}"/>
          </ac:picMkLst>
        </pc:picChg>
        <pc:picChg chg="add del mod">
          <ac:chgData name="Chinnu Joseph" userId="28a372b1d2fbd0b3" providerId="LiveId" clId="{1FD64D71-CF40-4727-A7CA-3C96234B7028}" dt="2026-10-26T08:09:09.071" v="3476" actId="478"/>
          <ac:picMkLst>
            <pc:docMk/>
            <pc:sldMk cId="1464585672" sldId="256"/>
            <ac:picMk id="18" creationId="{730E427F-1E06-CD61-DD7E-D219BF9AB6A9}"/>
          </ac:picMkLst>
        </pc:picChg>
        <pc:picChg chg="add mod">
          <ac:chgData name="Chinnu Joseph" userId="28a372b1d2fbd0b3" providerId="LiveId" clId="{1FD64D71-CF40-4727-A7CA-3C96234B7028}" dt="2026-10-26T08:21:39.426" v="3678" actId="1076"/>
          <ac:picMkLst>
            <pc:docMk/>
            <pc:sldMk cId="1464585672" sldId="256"/>
            <ac:picMk id="20" creationId="{969E88E6-9ACD-5771-5248-40EB875611F6}"/>
          </ac:picMkLst>
        </pc:picChg>
      </pc:sldChg>
      <pc:sldChg chg="addSp delSp modSp new mod">
        <pc:chgData name="Chinnu Joseph" userId="28a372b1d2fbd0b3" providerId="LiveId" clId="{1FD64D71-CF40-4727-A7CA-3C96234B7028}" dt="2026-10-26T08:37:27.955" v="3889" actId="22"/>
        <pc:sldMkLst>
          <pc:docMk/>
          <pc:sldMk cId="1889973767" sldId="257"/>
        </pc:sldMkLst>
        <pc:spChg chg="mod">
          <ac:chgData name="Chinnu Joseph" userId="28a372b1d2fbd0b3" providerId="LiveId" clId="{1FD64D71-CF40-4727-A7CA-3C96234B7028}" dt="2026-10-26T08:23:54.402" v="3718" actId="20577"/>
          <ac:spMkLst>
            <pc:docMk/>
            <pc:sldMk cId="1889973767" sldId="257"/>
            <ac:spMk id="2" creationId="{AAB8EE5E-F68B-A9A4-4F53-20D8A388FA0E}"/>
          </ac:spMkLst>
        </pc:spChg>
        <pc:spChg chg="add del mod">
          <ac:chgData name="Chinnu Joseph" userId="28a372b1d2fbd0b3" providerId="LiveId" clId="{1FD64D71-CF40-4727-A7CA-3C96234B7028}" dt="2026-10-26T06:55:38.965" v="2193" actId="478"/>
          <ac:spMkLst>
            <pc:docMk/>
            <pc:sldMk cId="1889973767" sldId="257"/>
            <ac:spMk id="6" creationId="{F5E4CCA0-C3B9-C787-9F6B-1B2581F9F232}"/>
          </ac:spMkLst>
        </pc:spChg>
        <pc:spChg chg="add del mod">
          <ac:chgData name="Chinnu Joseph" userId="28a372b1d2fbd0b3" providerId="LiveId" clId="{1FD64D71-CF40-4727-A7CA-3C96234B7028}" dt="2026-10-26T07:14:10.472" v="2423" actId="478"/>
          <ac:spMkLst>
            <pc:docMk/>
            <pc:sldMk cId="1889973767" sldId="257"/>
            <ac:spMk id="7" creationId="{A0218E29-41FE-A8FA-2A85-BFD5D64D301E}"/>
          </ac:spMkLst>
        </pc:spChg>
        <pc:spChg chg="mod">
          <ac:chgData name="Chinnu Joseph" userId="28a372b1d2fbd0b3" providerId="LiveId" clId="{1FD64D71-CF40-4727-A7CA-3C96234B7028}" dt="2026-10-26T08:29:20.781" v="3744" actId="1076"/>
          <ac:spMkLst>
            <pc:docMk/>
            <pc:sldMk cId="1889973767" sldId="257"/>
            <ac:spMk id="8" creationId="{A29AFA53-90E9-7282-3824-D079C4C89500}"/>
          </ac:spMkLst>
        </pc:spChg>
        <pc:spChg chg="add">
          <ac:chgData name="Chinnu Joseph" userId="28a372b1d2fbd0b3" providerId="LiveId" clId="{1FD64D71-CF40-4727-A7CA-3C96234B7028}" dt="2026-10-26T08:37:27.955" v="3889" actId="22"/>
          <ac:spMkLst>
            <pc:docMk/>
            <pc:sldMk cId="1889973767" sldId="257"/>
            <ac:spMk id="11" creationId="{5ABEBF5B-F977-881E-A8FF-6DD299C14172}"/>
          </ac:spMkLst>
        </pc:spChg>
        <pc:graphicFrameChg chg="add mod modGraphic">
          <ac:chgData name="Chinnu Joseph" userId="28a372b1d2fbd0b3" providerId="LiveId" clId="{1FD64D71-CF40-4727-A7CA-3C96234B7028}" dt="2026-10-26T08:26:25.597" v="3738" actId="12"/>
          <ac:graphicFrameMkLst>
            <pc:docMk/>
            <pc:sldMk cId="1889973767" sldId="257"/>
            <ac:graphicFrameMk id="3" creationId="{D6221560-C492-89C6-8142-AEF7DEE311DD}"/>
          </ac:graphicFrameMkLst>
        </pc:graphicFrameChg>
        <pc:graphicFrameChg chg="add del mod">
          <ac:chgData name="Chinnu Joseph" userId="28a372b1d2fbd0b3" providerId="LiveId" clId="{1FD64D71-CF40-4727-A7CA-3C96234B7028}" dt="2026-10-26T07:14:07.182" v="2422" actId="478"/>
          <ac:graphicFrameMkLst>
            <pc:docMk/>
            <pc:sldMk cId="1889973767" sldId="257"/>
            <ac:graphicFrameMk id="4" creationId="{9CFF8882-7DFB-22AA-887D-D0ABCCE94530}"/>
          </ac:graphicFrameMkLst>
        </pc:graphicFrameChg>
      </pc:sldChg>
      <pc:sldChg chg="addSp delSp modSp new del mod ord">
        <pc:chgData name="Chinnu Joseph" userId="28a372b1d2fbd0b3" providerId="LiveId" clId="{1FD64D71-CF40-4727-A7CA-3C96234B7028}" dt="2026-10-26T07:17:04.521" v="2495" actId="47"/>
        <pc:sldMkLst>
          <pc:docMk/>
          <pc:sldMk cId="163850195" sldId="258"/>
        </pc:sldMkLst>
        <pc:spChg chg="del mod">
          <ac:chgData name="Chinnu Joseph" userId="28a372b1d2fbd0b3" providerId="LiveId" clId="{1FD64D71-CF40-4727-A7CA-3C96234B7028}" dt="2026-10-26T06:49:43.975" v="2117" actId="478"/>
          <ac:spMkLst>
            <pc:docMk/>
            <pc:sldMk cId="163850195" sldId="258"/>
            <ac:spMk id="2" creationId="{F1974ABE-BDF7-2040-07D6-76AE810B2859}"/>
          </ac:spMkLst>
        </pc:spChg>
        <pc:spChg chg="del mod">
          <ac:chgData name="Chinnu Joseph" userId="28a372b1d2fbd0b3" providerId="LiveId" clId="{1FD64D71-CF40-4727-A7CA-3C96234B7028}" dt="2026-10-26T06:50:20.115" v="2149" actId="3680"/>
          <ac:spMkLst>
            <pc:docMk/>
            <pc:sldMk cId="163850195" sldId="258"/>
            <ac:spMk id="3" creationId="{1A85463C-26FF-358E-47E3-904DE044E31F}"/>
          </ac:spMkLst>
        </pc:spChg>
        <pc:spChg chg="add del mod">
          <ac:chgData name="Chinnu Joseph" userId="28a372b1d2fbd0b3" providerId="LiveId" clId="{1FD64D71-CF40-4727-A7CA-3C96234B7028}" dt="2026-10-26T06:49:51.366" v="2120" actId="478"/>
          <ac:spMkLst>
            <pc:docMk/>
            <pc:sldMk cId="163850195" sldId="258"/>
            <ac:spMk id="5" creationId="{78AE3ABA-899B-D270-940B-701FE384B827}"/>
          </ac:spMkLst>
        </pc:spChg>
        <pc:spChg chg="add mod">
          <ac:chgData name="Chinnu Joseph" userId="28a372b1d2fbd0b3" providerId="LiveId" clId="{1FD64D71-CF40-4727-A7CA-3C96234B7028}" dt="2026-10-26T06:50:14.057" v="2147" actId="20577"/>
          <ac:spMkLst>
            <pc:docMk/>
            <pc:sldMk cId="163850195" sldId="258"/>
            <ac:spMk id="6" creationId="{F7A425A7-BFDC-73AA-F24E-3A7E3A964EE9}"/>
          </ac:spMkLst>
        </pc:spChg>
        <pc:graphicFrameChg chg="add mod ord modGraphic">
          <ac:chgData name="Chinnu Joseph" userId="28a372b1d2fbd0b3" providerId="LiveId" clId="{1FD64D71-CF40-4727-A7CA-3C96234B7028}" dt="2026-10-26T07:13:33.760" v="2419" actId="14734"/>
          <ac:graphicFrameMkLst>
            <pc:docMk/>
            <pc:sldMk cId="163850195" sldId="258"/>
            <ac:graphicFrameMk id="7" creationId="{BAB538F9-DBFC-0C17-30BD-1CDEE2EAC73E}"/>
          </ac:graphicFrameMkLst>
        </pc:graphicFrameChg>
      </pc:sldChg>
      <pc:sldChg chg="addSp delSp modSp new del mod">
        <pc:chgData name="Chinnu Joseph" userId="28a372b1d2fbd0b3" providerId="LiveId" clId="{1FD64D71-CF40-4727-A7CA-3C96234B7028}" dt="2026-10-26T07:17:05.516" v="2496" actId="47"/>
        <pc:sldMkLst>
          <pc:docMk/>
          <pc:sldMk cId="682836777" sldId="259"/>
        </pc:sldMkLst>
        <pc:spChg chg="del mod">
          <ac:chgData name="Chinnu Joseph" userId="28a372b1d2fbd0b3" providerId="LiveId" clId="{1FD64D71-CF40-4727-A7CA-3C96234B7028}" dt="2026-10-26T07:10:32.698" v="2246" actId="478"/>
          <ac:spMkLst>
            <pc:docMk/>
            <pc:sldMk cId="682836777" sldId="259"/>
            <ac:spMk id="2" creationId="{F8EB319E-6983-C96E-4783-CC507EACDBB4}"/>
          </ac:spMkLst>
        </pc:spChg>
        <pc:spChg chg="del mod">
          <ac:chgData name="Chinnu Joseph" userId="28a372b1d2fbd0b3" providerId="LiveId" clId="{1FD64D71-CF40-4727-A7CA-3C96234B7028}" dt="2026-10-26T07:11:45.845" v="2390" actId="3680"/>
          <ac:spMkLst>
            <pc:docMk/>
            <pc:sldMk cId="682836777" sldId="259"/>
            <ac:spMk id="3" creationId="{7AF60435-F5EF-D2BA-D731-9408783D911C}"/>
          </ac:spMkLst>
        </pc:spChg>
        <pc:spChg chg="add del mod">
          <ac:chgData name="Chinnu Joseph" userId="28a372b1d2fbd0b3" providerId="LiveId" clId="{1FD64D71-CF40-4727-A7CA-3C96234B7028}" dt="2026-10-26T07:10:33.972" v="2247" actId="478"/>
          <ac:spMkLst>
            <pc:docMk/>
            <pc:sldMk cId="682836777" sldId="259"/>
            <ac:spMk id="5" creationId="{E832FC68-7CD0-0E40-E2A6-5626E870F6A4}"/>
          </ac:spMkLst>
        </pc:spChg>
        <pc:spChg chg="add mod">
          <ac:chgData name="Chinnu Joseph" userId="28a372b1d2fbd0b3" providerId="LiveId" clId="{1FD64D71-CF40-4727-A7CA-3C96234B7028}" dt="2026-10-26T07:11:38.083" v="2388" actId="20577"/>
          <ac:spMkLst>
            <pc:docMk/>
            <pc:sldMk cId="682836777" sldId="259"/>
            <ac:spMk id="7" creationId="{8CA6D763-42CE-98E4-7A18-60ECF805E174}"/>
          </ac:spMkLst>
        </pc:spChg>
        <pc:graphicFrameChg chg="add mod ord modGraphic">
          <ac:chgData name="Chinnu Joseph" userId="28a372b1d2fbd0b3" providerId="LiveId" clId="{1FD64D71-CF40-4727-A7CA-3C96234B7028}" dt="2026-10-26T07:12:15.993" v="2411" actId="14734"/>
          <ac:graphicFrameMkLst>
            <pc:docMk/>
            <pc:sldMk cId="682836777" sldId="259"/>
            <ac:graphicFrameMk id="8" creationId="{C687BD6F-3348-0178-2CC0-A48E25626FF1}"/>
          </ac:graphicFrameMkLst>
        </pc:graphicFrameChg>
      </pc:sldChg>
      <pc:sldChg chg="addSp modSp new mod">
        <pc:chgData name="Chinnu Joseph" userId="28a372b1d2fbd0b3" providerId="LiveId" clId="{1FD64D71-CF40-4727-A7CA-3C96234B7028}" dt="2026-10-26T08:37:26.082" v="3888" actId="22"/>
        <pc:sldMkLst>
          <pc:docMk/>
          <pc:sldMk cId="1293885036" sldId="260"/>
        </pc:sldMkLst>
        <pc:spChg chg="mod">
          <ac:chgData name="Chinnu Joseph" userId="28a372b1d2fbd0b3" providerId="LiveId" clId="{1FD64D71-CF40-4727-A7CA-3C96234B7028}" dt="2026-10-26T08:25:03.148" v="3727" actId="20577"/>
          <ac:spMkLst>
            <pc:docMk/>
            <pc:sldMk cId="1293885036" sldId="260"/>
            <ac:spMk id="2" creationId="{275D4E34-A10A-C7F4-A91F-712011F74E07}"/>
          </ac:spMkLst>
        </pc:spChg>
        <pc:spChg chg="mod">
          <ac:chgData name="Chinnu Joseph" userId="28a372b1d2fbd0b3" providerId="LiveId" clId="{1FD64D71-CF40-4727-A7CA-3C96234B7028}" dt="2026-10-26T08:34:17.181" v="3814" actId="1076"/>
          <ac:spMkLst>
            <pc:docMk/>
            <pc:sldMk cId="1293885036" sldId="260"/>
            <ac:spMk id="3" creationId="{F3D4AA33-DFE1-2B0F-3888-FADDB7001F72}"/>
          </ac:spMkLst>
        </pc:spChg>
        <pc:spChg chg="add mod">
          <ac:chgData name="Chinnu Joseph" userId="28a372b1d2fbd0b3" providerId="LiveId" clId="{1FD64D71-CF40-4727-A7CA-3C96234B7028}" dt="2026-10-26T06:34:23.174" v="1308" actId="20577"/>
          <ac:spMkLst>
            <pc:docMk/>
            <pc:sldMk cId="1293885036" sldId="260"/>
            <ac:spMk id="4" creationId="{1B6BC341-65F7-83C4-C883-7DDF28FBBCE9}"/>
          </ac:spMkLst>
        </pc:spChg>
        <pc:spChg chg="mod">
          <ac:chgData name="Chinnu Joseph" userId="28a372b1d2fbd0b3" providerId="LiveId" clId="{1FD64D71-CF40-4727-A7CA-3C96234B7028}" dt="2026-10-26T08:29:11.461" v="3743" actId="1076"/>
          <ac:spMkLst>
            <pc:docMk/>
            <pc:sldMk cId="1293885036" sldId="260"/>
            <ac:spMk id="6" creationId="{1E08F3FA-146E-27E2-4071-B3F46EA91D67}"/>
          </ac:spMkLst>
        </pc:spChg>
        <pc:spChg chg="add">
          <ac:chgData name="Chinnu Joseph" userId="28a372b1d2fbd0b3" providerId="LiveId" clId="{1FD64D71-CF40-4727-A7CA-3C96234B7028}" dt="2026-10-26T08:37:26.082" v="3888" actId="22"/>
          <ac:spMkLst>
            <pc:docMk/>
            <pc:sldMk cId="1293885036" sldId="260"/>
            <ac:spMk id="9" creationId="{4B0D7858-E797-7432-8FFC-0B196BFDF28A}"/>
          </ac:spMkLst>
        </pc:spChg>
        <pc:graphicFrameChg chg="add mod modGraphic">
          <ac:chgData name="Chinnu Joseph" userId="28a372b1d2fbd0b3" providerId="LiveId" clId="{1FD64D71-CF40-4727-A7CA-3C96234B7028}" dt="2026-10-26T07:58:28.341" v="3356" actId="12385"/>
          <ac:graphicFrameMkLst>
            <pc:docMk/>
            <pc:sldMk cId="1293885036" sldId="260"/>
            <ac:graphicFrameMk id="5" creationId="{0A444780-B7A8-F819-D9FB-3A7A0D8D358C}"/>
          </ac:graphicFrameMkLst>
        </pc:graphicFrameChg>
      </pc:sldChg>
      <pc:sldChg chg="addSp delSp modSp new mod">
        <pc:chgData name="Chinnu Joseph" userId="28a372b1d2fbd0b3" providerId="LiveId" clId="{1FD64D71-CF40-4727-A7CA-3C96234B7028}" dt="2026-10-26T08:37:29.515" v="3890" actId="22"/>
        <pc:sldMkLst>
          <pc:docMk/>
          <pc:sldMk cId="3949656224" sldId="261"/>
        </pc:sldMkLst>
        <pc:spChg chg="add del mod">
          <ac:chgData name="Chinnu Joseph" userId="28a372b1d2fbd0b3" providerId="LiveId" clId="{1FD64D71-CF40-4727-A7CA-3C96234B7028}" dt="2026-10-26T08:35:30.344" v="3825" actId="1076"/>
          <ac:spMkLst>
            <pc:docMk/>
            <pc:sldMk cId="3949656224" sldId="261"/>
            <ac:spMk id="2" creationId="{E77E06DD-D26F-EECA-F44A-9DB182D22038}"/>
          </ac:spMkLst>
        </pc:spChg>
        <pc:spChg chg="del">
          <ac:chgData name="Chinnu Joseph" userId="28a372b1d2fbd0b3" providerId="LiveId" clId="{1FD64D71-CF40-4727-A7CA-3C96234B7028}" dt="2026-10-26T07:26:04.555" v="2608" actId="22"/>
          <ac:spMkLst>
            <pc:docMk/>
            <pc:sldMk cId="3949656224" sldId="261"/>
            <ac:spMk id="3" creationId="{AF2F4D68-D2F5-8A3A-6996-1A2C2E165752}"/>
          </ac:spMkLst>
        </pc:spChg>
        <pc:spChg chg="add mod">
          <ac:chgData name="Chinnu Joseph" userId="28a372b1d2fbd0b3" providerId="LiveId" clId="{1FD64D71-CF40-4727-A7CA-3C96234B7028}" dt="2026-10-26T08:35:50.126" v="3829" actId="1076"/>
          <ac:spMkLst>
            <pc:docMk/>
            <pc:sldMk cId="3949656224" sldId="261"/>
            <ac:spMk id="6" creationId="{89E6336A-CD00-C395-6F88-2B1F364AAE0C}"/>
          </ac:spMkLst>
        </pc:spChg>
        <pc:spChg chg="add mod">
          <ac:chgData name="Chinnu Joseph" userId="28a372b1d2fbd0b3" providerId="LiveId" clId="{1FD64D71-CF40-4727-A7CA-3C96234B7028}" dt="2026-10-26T08:35:50.126" v="3829" actId="1076"/>
          <ac:spMkLst>
            <pc:docMk/>
            <pc:sldMk cId="3949656224" sldId="261"/>
            <ac:spMk id="8" creationId="{F184BF9C-4086-B43C-115D-15E2B7E4873C}"/>
          </ac:spMkLst>
        </pc:spChg>
        <pc:spChg chg="add mod">
          <ac:chgData name="Chinnu Joseph" userId="28a372b1d2fbd0b3" providerId="LiveId" clId="{1FD64D71-CF40-4727-A7CA-3C96234B7028}" dt="2026-10-26T08:35:50.126" v="3829" actId="1076"/>
          <ac:spMkLst>
            <pc:docMk/>
            <pc:sldMk cId="3949656224" sldId="261"/>
            <ac:spMk id="10" creationId="{73886AE7-C18C-1028-9974-B6DD0A51F2FB}"/>
          </ac:spMkLst>
        </pc:spChg>
        <pc:spChg chg="mod">
          <ac:chgData name="Chinnu Joseph" userId="28a372b1d2fbd0b3" providerId="LiveId" clId="{1FD64D71-CF40-4727-A7CA-3C96234B7028}" dt="2026-10-26T08:29:26.403" v="3745" actId="1076"/>
          <ac:spMkLst>
            <pc:docMk/>
            <pc:sldMk cId="3949656224" sldId="261"/>
            <ac:spMk id="11" creationId="{4A8A63F3-E9D0-AF79-71DE-55C1008EF2CB}"/>
          </ac:spMkLst>
        </pc:spChg>
        <pc:spChg chg="add mod">
          <ac:chgData name="Chinnu Joseph" userId="28a372b1d2fbd0b3" providerId="LiveId" clId="{1FD64D71-CF40-4727-A7CA-3C96234B7028}" dt="2026-10-26T08:35:30.997" v="3826" actId="1076"/>
          <ac:spMkLst>
            <pc:docMk/>
            <pc:sldMk cId="3949656224" sldId="261"/>
            <ac:spMk id="14" creationId="{94622034-C689-AE4E-9D23-A09005C65DDA}"/>
          </ac:spMkLst>
        </pc:spChg>
        <pc:spChg chg="add del mod">
          <ac:chgData name="Chinnu Joseph" userId="28a372b1d2fbd0b3" providerId="LiveId" clId="{1FD64D71-CF40-4727-A7CA-3C96234B7028}" dt="2026-10-26T08:35:29.441" v="3824" actId="21"/>
          <ac:spMkLst>
            <pc:docMk/>
            <pc:sldMk cId="3949656224" sldId="261"/>
            <ac:spMk id="16" creationId="{BC93C287-BE64-631D-767E-062AA5BA5D18}"/>
          </ac:spMkLst>
        </pc:spChg>
        <pc:spChg chg="add del mod">
          <ac:chgData name="Chinnu Joseph" userId="28a372b1d2fbd0b3" providerId="LiveId" clId="{1FD64D71-CF40-4727-A7CA-3C96234B7028}" dt="2026-10-26T08:35:40.171" v="3828" actId="478"/>
          <ac:spMkLst>
            <pc:docMk/>
            <pc:sldMk cId="3949656224" sldId="261"/>
            <ac:spMk id="17" creationId="{7A36A569-EC70-2FB9-8FA3-474DDC67DE7B}"/>
          </ac:spMkLst>
        </pc:spChg>
        <pc:spChg chg="add">
          <ac:chgData name="Chinnu Joseph" userId="28a372b1d2fbd0b3" providerId="LiveId" clId="{1FD64D71-CF40-4727-A7CA-3C96234B7028}" dt="2026-10-26T08:37:29.515" v="3890" actId="22"/>
          <ac:spMkLst>
            <pc:docMk/>
            <pc:sldMk cId="3949656224" sldId="261"/>
            <ac:spMk id="19" creationId="{C3FAC8AF-55A4-CBF6-88F2-96343AA1DBFD}"/>
          </ac:spMkLst>
        </pc:spChg>
        <pc:picChg chg="add mod ord">
          <ac:chgData name="Chinnu Joseph" userId="28a372b1d2fbd0b3" providerId="LiveId" clId="{1FD64D71-CF40-4727-A7CA-3C96234B7028}" dt="2026-10-26T08:35:19.706" v="3820" actId="1076"/>
          <ac:picMkLst>
            <pc:docMk/>
            <pc:sldMk cId="3949656224" sldId="261"/>
            <ac:picMk id="5" creationId="{CF4E4424-1461-8560-E0E6-72D9D5FD07F1}"/>
          </ac:picMkLst>
        </pc:picChg>
      </pc:sldChg>
      <pc:sldChg chg="addSp modSp new mod">
        <pc:chgData name="Chinnu Joseph" userId="28a372b1d2fbd0b3" providerId="LiveId" clId="{1FD64D71-CF40-4727-A7CA-3C96234B7028}" dt="2026-10-26T08:37:31.130" v="3891" actId="22"/>
        <pc:sldMkLst>
          <pc:docMk/>
          <pc:sldMk cId="2216156952" sldId="262"/>
        </pc:sldMkLst>
        <pc:spChg chg="mod">
          <ac:chgData name="Chinnu Joseph" userId="28a372b1d2fbd0b3" providerId="LiveId" clId="{1FD64D71-CF40-4727-A7CA-3C96234B7028}" dt="2026-10-26T08:31:03.331" v="3770" actId="313"/>
          <ac:spMkLst>
            <pc:docMk/>
            <pc:sldMk cId="2216156952" sldId="262"/>
            <ac:spMk id="2" creationId="{2DC25CBD-FAEA-C0B6-4A5C-9FAB48BB47EC}"/>
          </ac:spMkLst>
        </pc:spChg>
        <pc:spChg chg="mod">
          <ac:chgData name="Chinnu Joseph" userId="28a372b1d2fbd0b3" providerId="LiveId" clId="{1FD64D71-CF40-4727-A7CA-3C96234B7028}" dt="2026-10-26T07:46:15.042" v="3250" actId="255"/>
          <ac:spMkLst>
            <pc:docMk/>
            <pc:sldMk cId="2216156952" sldId="262"/>
            <ac:spMk id="3" creationId="{2B97B181-8F80-507F-5A97-83765B23B862}"/>
          </ac:spMkLst>
        </pc:spChg>
        <pc:spChg chg="mod">
          <ac:chgData name="Chinnu Joseph" userId="28a372b1d2fbd0b3" providerId="LiveId" clId="{1FD64D71-CF40-4727-A7CA-3C96234B7028}" dt="2026-10-26T08:29:31.161" v="3746" actId="1076"/>
          <ac:spMkLst>
            <pc:docMk/>
            <pc:sldMk cId="2216156952" sldId="262"/>
            <ac:spMk id="4" creationId="{E2B02609-95D0-6D47-9168-0B48D8F8625F}"/>
          </ac:spMkLst>
        </pc:spChg>
        <pc:spChg chg="add">
          <ac:chgData name="Chinnu Joseph" userId="28a372b1d2fbd0b3" providerId="LiveId" clId="{1FD64D71-CF40-4727-A7CA-3C96234B7028}" dt="2026-10-26T08:37:31.130" v="3891" actId="22"/>
          <ac:spMkLst>
            <pc:docMk/>
            <pc:sldMk cId="2216156952" sldId="262"/>
            <ac:spMk id="7" creationId="{577E1944-87AC-658C-AD44-B23980854F2F}"/>
          </ac:spMkLst>
        </pc:spChg>
      </pc:sldChg>
      <pc:sldChg chg="addSp delSp modSp new mod ord">
        <pc:chgData name="Chinnu Joseph" userId="28a372b1d2fbd0b3" providerId="LiveId" clId="{1FD64D71-CF40-4727-A7CA-3C96234B7028}" dt="2026-10-26T08:37:23.953" v="3887" actId="478"/>
        <pc:sldMkLst>
          <pc:docMk/>
          <pc:sldMk cId="3445348307" sldId="263"/>
        </pc:sldMkLst>
        <pc:spChg chg="mod">
          <ac:chgData name="Chinnu Joseph" userId="28a372b1d2fbd0b3" providerId="LiveId" clId="{1FD64D71-CF40-4727-A7CA-3C96234B7028}" dt="2026-10-26T08:33:07.786" v="3807" actId="404"/>
          <ac:spMkLst>
            <pc:docMk/>
            <pc:sldMk cId="3445348307" sldId="263"/>
            <ac:spMk id="2" creationId="{1E16762D-6F57-6CCD-35F0-BF5251A46EBC}"/>
          </ac:spMkLst>
        </pc:spChg>
        <pc:spChg chg="del">
          <ac:chgData name="Chinnu Joseph" userId="28a372b1d2fbd0b3" providerId="LiveId" clId="{1FD64D71-CF40-4727-A7CA-3C96234B7028}" dt="2026-10-26T08:31:35.695" v="3786" actId="478"/>
          <ac:spMkLst>
            <pc:docMk/>
            <pc:sldMk cId="3445348307" sldId="263"/>
            <ac:spMk id="3" creationId="{644F3FD1-8641-76FE-8A17-57C7BEC0A666}"/>
          </ac:spMkLst>
        </pc:spChg>
        <pc:spChg chg="del">
          <ac:chgData name="Chinnu Joseph" userId="28a372b1d2fbd0b3" providerId="LiveId" clId="{1FD64D71-CF40-4727-A7CA-3C96234B7028}" dt="2026-10-26T08:33:13.401" v="3808" actId="478"/>
          <ac:spMkLst>
            <pc:docMk/>
            <pc:sldMk cId="3445348307" sldId="263"/>
            <ac:spMk id="4" creationId="{C5B00557-9217-2C0F-F20B-2130A28F986C}"/>
          </ac:spMkLst>
        </pc:spChg>
        <pc:spChg chg="add mod">
          <ac:chgData name="Chinnu Joseph" userId="28a372b1d2fbd0b3" providerId="LiveId" clId="{1FD64D71-CF40-4727-A7CA-3C96234B7028}" dt="2026-10-26T08:33:49.843" v="3813" actId="1076"/>
          <ac:spMkLst>
            <pc:docMk/>
            <pc:sldMk cId="3445348307" sldId="263"/>
            <ac:spMk id="6" creationId="{B881B213-2E0F-7DDB-7FD8-E2D5E74622CC}"/>
          </ac:spMkLst>
        </pc:spChg>
        <pc:spChg chg="add mod">
          <ac:chgData name="Chinnu Joseph" userId="28a372b1d2fbd0b3" providerId="LiveId" clId="{1FD64D71-CF40-4727-A7CA-3C96234B7028}" dt="2026-10-26T08:32:44.738" v="3802" actId="1076"/>
          <ac:spMkLst>
            <pc:docMk/>
            <pc:sldMk cId="3445348307" sldId="263"/>
            <ac:spMk id="8" creationId="{AEC51332-EC77-98F3-D138-56E2C6DC4483}"/>
          </ac:spMkLst>
        </pc:spChg>
        <pc:spChg chg="add mod">
          <ac:chgData name="Chinnu Joseph" userId="28a372b1d2fbd0b3" providerId="LiveId" clId="{1FD64D71-CF40-4727-A7CA-3C96234B7028}" dt="2026-10-26T08:32:42.292" v="3801" actId="1076"/>
          <ac:spMkLst>
            <pc:docMk/>
            <pc:sldMk cId="3445348307" sldId="263"/>
            <ac:spMk id="10" creationId="{ED4E001A-033E-8C57-A11B-98FD78219B5C}"/>
          </ac:spMkLst>
        </pc:spChg>
        <pc:spChg chg="add del mod">
          <ac:chgData name="Chinnu Joseph" userId="28a372b1d2fbd0b3" providerId="LiveId" clId="{1FD64D71-CF40-4727-A7CA-3C96234B7028}" dt="2026-10-26T08:37:23.953" v="3887" actId="478"/>
          <ac:spMkLst>
            <pc:docMk/>
            <pc:sldMk cId="3445348307" sldId="263"/>
            <ac:spMk id="12" creationId="{32E5D878-AF11-7269-1566-131779A59F08}"/>
          </ac:spMkLst>
        </pc:spChg>
        <pc:spChg chg="add">
          <ac:chgData name="Chinnu Joseph" userId="28a372b1d2fbd0b3" providerId="LiveId" clId="{1FD64D71-CF40-4727-A7CA-3C96234B7028}" dt="2026-10-26T08:37:20.794" v="3886" actId="22"/>
          <ac:spMkLst>
            <pc:docMk/>
            <pc:sldMk cId="3445348307" sldId="263"/>
            <ac:spMk id="14" creationId="{84E3DF3A-CE9B-D340-11D6-A7F45EB07789}"/>
          </ac:spMkLst>
        </pc:spChg>
      </pc:sldChg>
      <pc:sldChg chg="new del">
        <pc:chgData name="Chinnu Joseph" userId="28a372b1d2fbd0b3" providerId="LiveId" clId="{1FD64D71-CF40-4727-A7CA-3C96234B7028}" dt="2026-10-26T08:21:47.232" v="3679" actId="47"/>
        <pc:sldMkLst>
          <pc:docMk/>
          <pc:sldMk cId="4206570878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77689-56A2-44E8-A1BE-609A07E4789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8898C-A555-4ECF-9123-06CAEC611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97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0D40-81A8-5C15-AAFD-B4D5AEE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EE98C-04F4-BDCB-7867-7B660B5D3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D09C6-8D7A-D708-8DAB-F8D80B307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3EFE-E09D-422A-84F7-914FBB7776D8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98A97-6080-D852-CB68-401B097F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031A-3FE2-5BAE-1FED-4C3C0461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09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2C42-A7E3-D35C-6907-431A1CBB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3629A-F37A-B79C-3F98-0FC84220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3FB91-85F5-0117-9990-FB1F1473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982D-BDD0-44DE-93AF-F35FEB56573D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F2C32-B1C5-F4BC-E094-C9017CD2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18121-9DB5-0889-2ADF-F96F9A00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30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5913-CFCD-D950-1E7C-29CBABAF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CD243-0579-97DB-A09E-2EEEDFDC7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5F54-6A3B-5F2F-CA11-D2CBC76F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6FB34-DDEB-45BD-B45D-4C663056C860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6C670-F658-4A19-B63D-D802EB8D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13897-3F51-EF7F-3A62-389AAB7D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81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AA53-97DD-701D-D76F-27AE15E2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924A0-7C6A-46E6-A04C-BA3670DCE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9BBD5-4240-3A3C-7EA2-4BB1B8F9C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AC2C4-D465-2821-3980-CCF8DCE2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F2CA-6818-4102-81FB-6046C27F0652}" type="datetime1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C18DF-D611-0A13-13C9-2EFEEFB7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93D85-22C5-B7D7-5217-6C53F897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9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8504-BE4F-EAE1-A80D-95F249C5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552A9-CD37-A0DE-50DD-AFCE5825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EDDBC-1BAB-CFE2-2E17-8B6A55D0A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451A0-F111-A65A-8BEF-2E793BFE9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966E0-2C74-C2CE-AE54-39D7FA59E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B724B2-94F8-22AB-B252-A9CE8868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BBB3D-5790-46D8-B916-0E13E6359B6D}" type="datetime1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E15976-5316-A9C7-ABC2-76B2FAAA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0A2C4-A292-21AA-69FC-14B90B99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9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5361-237F-AC0C-6203-24A79332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D6980E-9646-19B4-61A8-A55C0A5A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FDD-49BD-42DB-B2E3-D3167EE9D5C4}" type="datetime1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F6228-6016-5D9F-4117-813ABE5A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6F448-B907-9400-1A95-52707493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8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9897C-28CA-377D-62DF-754B0F77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CD32-8BB9-4E31-B589-B3ACC0CC9A2E}" type="datetime1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17052-7693-2A1A-B643-7FDAD042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0B4CA-4C32-BCA4-204F-0D35E36B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66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F992-61FF-10D0-FE7C-C23A7142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1CA0E-805E-4C9E-AE01-57E7D928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6B80A-ED37-7EAD-AE5E-42E39C87C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C790B-493B-47C2-EDA3-B8EB872C0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45EF6-7900-4260-B46A-50D81F793259}" type="datetime1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40878-6090-C792-369C-96BD96F2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DF26E-751A-FF7C-3948-BACD2574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7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DEE5-ADBB-67D2-E912-B0FFA0F6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3D5D9-365C-57F8-81E8-C75049BDF8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2BB1E-6BB1-4FC0-18CA-756EA81A7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4519C-FDEC-A558-4DFC-C120BD12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371C-0DCA-4D7E-B39D-1FE82AECE7AD}" type="datetime1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C5CF6-47C1-2C1C-28CB-A8BFFC68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93A2-176F-3E94-01E1-0BD1DE6F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94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8C31-3421-5960-0758-DE8716F4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080B6-7F2F-8886-BEAA-154A261D8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E74C1-1B35-A1CF-DEA5-7F6B2AA7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8308B-99BE-4C86-8059-B7D6AED90220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A84BA-FA55-7F08-9C3C-61D80E92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278D5-A583-473B-6F17-2D48DED9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82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11900-23BB-C171-BD8B-352E9D409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40E21-107A-FA25-2A37-39EAA860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32541-0C5D-48CA-396F-BC68E181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F3FA-E8D2-41F4-9E5D-1D78E35E8F8C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3EE4-2220-2164-9A05-9E261854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B1B1-81E5-AF62-569F-3CFF41DC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59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7569A6-DA65-6C86-C78D-E6427A58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EE0E2-4C98-111F-7CEF-C8CB450F2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E917D-B2BB-A7BE-124D-AE370A147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976BB-523D-40A8-9752-0B0C24131A94}" type="datetime1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20780-0765-842B-23EB-5107940E1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52DA4-CF38-A153-5E31-E4DB0928C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E21B1-31E8-4014-B4DB-0B4116D7A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5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innuj.github.io/AI-usage-dashboard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762D-6F57-6CCD-35F0-BF5251A4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181046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Claude Usage Analysis </a:t>
            </a:r>
            <a:br>
              <a:rPr lang="en-US" dirty="0"/>
            </a:br>
            <a:r>
              <a:rPr lang="en-US" sz="3600" dirty="0"/>
              <a:t>Is Claude paying off?</a:t>
            </a:r>
            <a:br>
              <a:rPr lang="en-IN" dirty="0"/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244C8-788A-941B-DB1A-8310B4D2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1B213-2E0F-7DDB-7FD8-E2D5E74622CC}"/>
              </a:ext>
            </a:extLst>
          </p:cNvPr>
          <p:cNvSpPr txBox="1"/>
          <p:nvPr/>
        </p:nvSpPr>
        <p:spPr>
          <a:xfrm>
            <a:off x="2609849" y="3079421"/>
            <a:ext cx="6775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/>
              <a:t>An AI usage and value dashboard for a 60-person analytics team: from business question to data model to insight.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51332-EC77-98F3-D138-56E2C6DC4483}"/>
              </a:ext>
            </a:extLst>
          </p:cNvPr>
          <p:cNvSpPr txBox="1"/>
          <p:nvPr/>
        </p:nvSpPr>
        <p:spPr>
          <a:xfrm>
            <a:off x="224913" y="3954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Portfolio project · AI adoption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E001A-033E-8C57-A11B-98FD78219B5C}"/>
              </a:ext>
            </a:extLst>
          </p:cNvPr>
          <p:cNvSpPr txBox="1"/>
          <p:nvPr/>
        </p:nvSpPr>
        <p:spPr>
          <a:xfrm>
            <a:off x="186813" y="5596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Business Analyst · Data Analyst · Data Engineer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E3DF3A-CE9B-D340-11D6-A7F45EB07789}"/>
              </a:ext>
            </a:extLst>
          </p:cNvPr>
          <p:cNvSpPr txBox="1"/>
          <p:nvPr/>
        </p:nvSpPr>
        <p:spPr>
          <a:xfrm>
            <a:off x="9787095" y="136525"/>
            <a:ext cx="2169307" cy="2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Source: 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344534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ED5A09E-3D08-8CDB-2D3F-988D6A06CFF3}"/>
              </a:ext>
            </a:extLst>
          </p:cNvPr>
          <p:cNvSpPr txBox="1"/>
          <p:nvPr/>
        </p:nvSpPr>
        <p:spPr>
          <a:xfrm flipH="1">
            <a:off x="4707441" y="4386404"/>
            <a:ext cx="2433267" cy="2207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 algn="ctr"/>
            <a:endParaRPr lang="en-US" dirty="0"/>
          </a:p>
          <a:p>
            <a:pPr algn="ctr"/>
            <a:r>
              <a:rPr lang="en-US" b="1" dirty="0"/>
              <a:t>Effectiveness</a:t>
            </a:r>
          </a:p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Do we know if Claude's output is accepted as-is, or is frequently rejected and adds review overhead.</a:t>
            </a:r>
            <a:endParaRPr lang="en-IN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838A18-2724-BB2F-CC77-58493A589B8F}"/>
              </a:ext>
            </a:extLst>
          </p:cNvPr>
          <p:cNvSpPr txBox="1"/>
          <p:nvPr/>
        </p:nvSpPr>
        <p:spPr>
          <a:xfrm flipH="1">
            <a:off x="6541709" y="1827356"/>
            <a:ext cx="2317155" cy="20774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Cost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What is the cost of the active users?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How much is spent on licenses nobody uses?</a:t>
            </a:r>
            <a:endParaRPr lang="en-IN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706B0-AE69-3E29-45C8-3EEA8DECE620}"/>
              </a:ext>
            </a:extLst>
          </p:cNvPr>
          <p:cNvSpPr txBox="1"/>
          <p:nvPr/>
        </p:nvSpPr>
        <p:spPr>
          <a:xfrm flipH="1">
            <a:off x="2371089" y="1592335"/>
            <a:ext cx="2599334" cy="259675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Adoption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many of the licenses are used, and how deeply?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can we define the usage of the AI tool, for different roles in the team?</a:t>
            </a:r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105877-2EED-0CE3-8C9F-44E75E40C3FE}"/>
              </a:ext>
            </a:extLst>
          </p:cNvPr>
          <p:cNvSpPr/>
          <p:nvPr/>
        </p:nvSpPr>
        <p:spPr>
          <a:xfrm>
            <a:off x="4576978" y="2240965"/>
            <a:ext cx="2300748" cy="251705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49771-6E91-A7FF-D594-1A326A77BCE9}"/>
              </a:ext>
            </a:extLst>
          </p:cNvPr>
          <p:cNvSpPr txBox="1">
            <a:spLocks/>
          </p:cNvSpPr>
          <p:nvPr/>
        </p:nvSpPr>
        <p:spPr>
          <a:xfrm>
            <a:off x="426517" y="100212"/>
            <a:ext cx="10515600" cy="12938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b="1" dirty="0"/>
              <a:t>The Problem</a:t>
            </a:r>
            <a:br>
              <a:rPr lang="en-IN" dirty="0"/>
            </a:br>
            <a:r>
              <a:rPr lang="en-US" sz="1700" dirty="0"/>
              <a:t>Every member holds a Claude license and the team uses Claude Code. But how do we know if this works for our team? </a:t>
            </a:r>
          </a:p>
        </p:txBody>
      </p:sp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BD4EFA2A-0620-9264-521C-167C3DE90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63624" y="2890712"/>
            <a:ext cx="1184884" cy="118488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969E88E6-9ACD-5771-5248-40EB875611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812" y="3345278"/>
            <a:ext cx="319696" cy="319696"/>
          </a:xfrm>
          <a:prstGeom prst="rect">
            <a:avLst/>
          </a:prstGeom>
        </p:spPr>
      </p:pic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4964373-5E78-953E-B995-5C01371D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533399" y="6356349"/>
            <a:ext cx="4114800" cy="365125"/>
          </a:xfrm>
        </p:spPr>
        <p:txBody>
          <a:bodyPr/>
          <a:lstStyle/>
          <a:p>
            <a:r>
              <a:rPr lang="en-US" dirty="0"/>
              <a:t>Claude Usage Analysis. Is Claude paying off?</a:t>
            </a:r>
            <a:endParaRPr lang="en-IN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1039D20-37B8-333E-76CD-717D22E8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2</a:t>
            </a:fld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18D0F-DA91-A821-3248-03D85FDE8C6B}"/>
              </a:ext>
            </a:extLst>
          </p:cNvPr>
          <p:cNvSpPr txBox="1"/>
          <p:nvPr/>
        </p:nvSpPr>
        <p:spPr>
          <a:xfrm>
            <a:off x="9787095" y="136525"/>
            <a:ext cx="2169307" cy="2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Source: 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146458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4E34-A10A-C7F4-A91F-712011F7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80" y="251646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Business Context </a:t>
            </a:r>
            <a:br>
              <a:rPr lang="en-IN" dirty="0"/>
            </a:br>
            <a:r>
              <a:rPr lang="en-IN" sz="1700" dirty="0"/>
              <a:t>Who uses the dashboard and what is in or out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4AA33-DFE1-2B0F-3888-FADDB700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180" y="3246565"/>
            <a:ext cx="11745820" cy="4351338"/>
          </a:xfrm>
        </p:spPr>
        <p:txBody>
          <a:bodyPr>
            <a:normAutofit/>
          </a:bodyPr>
          <a:lstStyle/>
          <a:p>
            <a:r>
              <a:rPr lang="en-US" sz="1200" b="1" dirty="0"/>
              <a:t>In scope</a:t>
            </a:r>
            <a:endParaRPr lang="en-US" sz="1200" dirty="0"/>
          </a:p>
          <a:p>
            <a:pPr lvl="1"/>
            <a:r>
              <a:rPr lang="en-US" sz="1200" dirty="0"/>
              <a:t>The project covers Claude only, across three themes: adoption, cost and effectiveness.</a:t>
            </a:r>
            <a:endParaRPr lang="en-IN" sz="1200" dirty="0"/>
          </a:p>
          <a:p>
            <a:pPr lvl="1"/>
            <a:r>
              <a:rPr lang="en-US" sz="1200" dirty="0"/>
              <a:t>Claude usage across chat, Claude Code, Cowork and the Office add-ins</a:t>
            </a:r>
            <a:endParaRPr lang="en-IN" sz="1200" dirty="0"/>
          </a:p>
          <a:p>
            <a:pPr lvl="1"/>
            <a:r>
              <a:rPr lang="en-US" sz="1200" dirty="0"/>
              <a:t>License and usage cost per user</a:t>
            </a:r>
            <a:endParaRPr lang="en-IN" sz="1200" dirty="0"/>
          </a:p>
          <a:p>
            <a:pPr lvl="1"/>
            <a:r>
              <a:rPr lang="en-US" sz="1200" dirty="0"/>
              <a:t>Accept and reject decisions on Claude Code edit suggestions</a:t>
            </a:r>
            <a:endParaRPr lang="en-IN" sz="1200" dirty="0"/>
          </a:p>
          <a:p>
            <a:pPr lvl="1"/>
            <a:r>
              <a:rPr lang="en-US" sz="1200" dirty="0"/>
              <a:t>A dummy dataset shaped to match Claude's real API and telemetry fields is used</a:t>
            </a:r>
            <a:endParaRPr lang="en-IN" sz="1200" dirty="0"/>
          </a:p>
          <a:p>
            <a:r>
              <a:rPr lang="en-US" sz="1200" b="1" dirty="0"/>
              <a:t>Out of scope</a:t>
            </a:r>
            <a:endParaRPr lang="en-IN" sz="1200" dirty="0"/>
          </a:p>
          <a:p>
            <a:pPr lvl="1"/>
            <a:r>
              <a:rPr lang="en-US" sz="1200" dirty="0"/>
              <a:t>Gemini, GitHub Copilot and any other AI tool</a:t>
            </a:r>
            <a:endParaRPr lang="en-IN" sz="1200" dirty="0"/>
          </a:p>
          <a:p>
            <a:pPr lvl="1"/>
            <a:r>
              <a:rPr lang="en-US" sz="1200" dirty="0"/>
              <a:t>Governance and unapproved-tool monitoring</a:t>
            </a:r>
            <a:endParaRPr lang="en-IN" sz="1200" dirty="0"/>
          </a:p>
          <a:p>
            <a:pPr lvl="1"/>
            <a:r>
              <a:rPr lang="en-US" sz="1200" dirty="0"/>
              <a:t>Task or ticket tracking (no Jira data)</a:t>
            </a:r>
            <a:endParaRPr lang="en-IN" sz="1200" dirty="0"/>
          </a:p>
          <a:p>
            <a:pPr lvl="1"/>
            <a:r>
              <a:rPr lang="en-US" sz="1200" dirty="0"/>
              <a:t>Survey feedback and satisfaction scores</a:t>
            </a:r>
            <a:endParaRPr lang="en-IN" sz="1200" dirty="0"/>
          </a:p>
          <a:p>
            <a:pPr lvl="1"/>
            <a:r>
              <a:rPr lang="en-US" sz="1200" dirty="0"/>
              <a:t>Prompt or response content of any kind</a:t>
            </a:r>
            <a:endParaRPr lang="en-IN" sz="1200" dirty="0"/>
          </a:p>
          <a:p>
            <a:pPr lvl="1"/>
            <a:r>
              <a:rPr lang="en-US" sz="1200" dirty="0"/>
              <a:t>Productivity or time-saved estimates</a:t>
            </a:r>
            <a:endParaRPr lang="en-IN" sz="1200" dirty="0"/>
          </a:p>
          <a:p>
            <a:endParaRPr lang="en-IN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6BC341-65F7-83C4-C883-7DDF28FBBCE9}"/>
              </a:ext>
            </a:extLst>
          </p:cNvPr>
          <p:cNvSpPr txBox="1">
            <a:spLocks/>
          </p:cNvSpPr>
          <p:nvPr/>
        </p:nvSpPr>
        <p:spPr>
          <a:xfrm>
            <a:off x="978310" y="1825625"/>
            <a:ext cx="48153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44780-B7A8-F819-D9FB-3A7A0D8D3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51756"/>
              </p:ext>
            </p:extLst>
          </p:nvPr>
        </p:nvGraphicFramePr>
        <p:xfrm>
          <a:off x="577052" y="1435766"/>
          <a:ext cx="7455904" cy="176202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81151">
                  <a:extLst>
                    <a:ext uri="{9D8B030D-6E8A-4147-A177-3AD203B41FA5}">
                      <a16:colId xmlns:a16="http://schemas.microsoft.com/office/drawing/2014/main" val="1090315350"/>
                    </a:ext>
                  </a:extLst>
                </a:gridCol>
                <a:gridCol w="5174753">
                  <a:extLst>
                    <a:ext uri="{9D8B030D-6E8A-4147-A177-3AD203B41FA5}">
                      <a16:colId xmlns:a16="http://schemas.microsoft.com/office/drawing/2014/main" val="1136558904"/>
                    </a:ext>
                  </a:extLst>
                </a:gridCol>
              </a:tblGrid>
              <a:tr h="352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Role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What they want to see from the dashboard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4160754"/>
                  </a:ext>
                </a:extLst>
              </a:tr>
              <a:tr h="352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Head of Analytics (sponsor)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Renewal and license decisions; overall adoption, cost and acceptance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8301310"/>
                  </a:ext>
                </a:extLst>
              </a:tr>
              <a:tr h="352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Project manager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Adoption trend by team and role; Who needs help getting hands-on. 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3015313"/>
                  </a:ext>
                </a:extLst>
              </a:tr>
              <a:tr h="352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Team leads (BA, DA, DE)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Their team's engagement and acceptance rates; user-level detail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3514650"/>
                  </a:ext>
                </a:extLst>
              </a:tr>
              <a:tr h="352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Finance partner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Monthly license and usage cost; idle-license cost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6616680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8F3FA-146E-27E2-4071-B3F46EA9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533399" y="6439566"/>
            <a:ext cx="4114800" cy="365125"/>
          </a:xfrm>
        </p:spPr>
        <p:txBody>
          <a:bodyPr/>
          <a:lstStyle/>
          <a:p>
            <a:r>
              <a:rPr lang="en-US" dirty="0"/>
              <a:t>Claude Usage Analysis. Is Claude paying off?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89AEF-A9C4-D2D8-0F92-FE8D4D688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3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D7858-E797-7432-8FFC-0B196BFDF28A}"/>
              </a:ext>
            </a:extLst>
          </p:cNvPr>
          <p:cNvSpPr txBox="1"/>
          <p:nvPr/>
        </p:nvSpPr>
        <p:spPr>
          <a:xfrm>
            <a:off x="9787095" y="136525"/>
            <a:ext cx="2169307" cy="2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Source: 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12938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EE5E-F68B-A9A4-4F53-20D8A388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3" y="23874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Custom Logics</a:t>
            </a:r>
            <a:br>
              <a:rPr lang="en-IN" dirty="0"/>
            </a:br>
            <a:r>
              <a:rPr lang="en-IN" sz="1700" dirty="0"/>
              <a:t>What are the key measurement KPI and what do they mean.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21560-C492-89C6-8142-AEF7DEE31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970517"/>
              </p:ext>
            </p:extLst>
          </p:nvPr>
        </p:nvGraphicFramePr>
        <p:xfrm>
          <a:off x="464573" y="1464546"/>
          <a:ext cx="10744200" cy="497494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45775">
                  <a:extLst>
                    <a:ext uri="{9D8B030D-6E8A-4147-A177-3AD203B41FA5}">
                      <a16:colId xmlns:a16="http://schemas.microsoft.com/office/drawing/2014/main" val="1892747563"/>
                    </a:ext>
                  </a:extLst>
                </a:gridCol>
                <a:gridCol w="2465247">
                  <a:extLst>
                    <a:ext uri="{9D8B030D-6E8A-4147-A177-3AD203B41FA5}">
                      <a16:colId xmlns:a16="http://schemas.microsoft.com/office/drawing/2014/main" val="1463310264"/>
                    </a:ext>
                  </a:extLst>
                </a:gridCol>
                <a:gridCol w="5833178">
                  <a:extLst>
                    <a:ext uri="{9D8B030D-6E8A-4147-A177-3AD203B41FA5}">
                      <a16:colId xmlns:a16="http://schemas.microsoft.com/office/drawing/2014/main" val="16813770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21589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IN" sz="1200" b="1" dirty="0"/>
                        <a:t>Usage </a:t>
                      </a:r>
                    </a:p>
                    <a:p>
                      <a:r>
                        <a:rPr lang="en-IN" sz="1200" dirty="0"/>
                        <a:t>How are we measuring the adoption and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Active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A user with at least 5 active days in the month, where an active day has at least one interaction.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973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Adoption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Active users ÷ licensed users in the month × 100. </a:t>
                      </a: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0581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Engagement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Each interaction activity (basic prompting , advanced agentic flow, etc.) is given a score, based on its complexity.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Score for some activities like chat are capped for a daily usage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so that no single activity can dominate a day's score</a:t>
                      </a:r>
                      <a:r>
                        <a:rPr lang="en-IN" sz="1200" dirty="0"/>
                        <a:t>.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</a:rPr>
                        <a:t> See BRD for more details.</a:t>
                      </a:r>
                      <a:endParaRPr lang="en-IN" sz="1200" i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81018"/>
                  </a:ext>
                </a:extLst>
              </a:tr>
              <a:tr h="295428">
                <a:tc v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Engagement benchmark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For each user role (Project manager, BA, DA, DE) a daily benchmark is assigned.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Benchmark for each role is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the median engagement score per active user-day over the three most recent complete months, recalculated at each quarterly refresh.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</a:rPr>
                        <a:t>See BRD for more details.</a:t>
                      </a:r>
                      <a:endParaRPr lang="en-IN" sz="1200" i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195571"/>
                  </a:ext>
                </a:extLst>
              </a:tr>
              <a:tr h="295428">
                <a:tc rowSpan="2">
                  <a:txBody>
                    <a:bodyPr/>
                    <a:lstStyle/>
                    <a:p>
                      <a:r>
                        <a:rPr lang="en-IN" sz="1200" b="1" dirty="0"/>
                        <a:t>Cost</a:t>
                      </a:r>
                    </a:p>
                    <a:p>
                      <a:r>
                        <a:rPr lang="en-IN" sz="1200" dirty="0"/>
                        <a:t>How are we calculating the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Total cost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License cost + usage cost for the period</a:t>
                      </a: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3915168"/>
                  </a:ext>
                </a:extLst>
              </a:tr>
              <a:tr h="295428">
                <a:tc v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Idle - </a:t>
                      </a:r>
                      <a:r>
                        <a:rPr lang="en-US" sz="1200" dirty="0">
                          <a:effectLst/>
                        </a:rPr>
                        <a:t>License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 cost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License cost of users who hold a license and had no activity in the last two months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4968"/>
                  </a:ext>
                </a:extLst>
              </a:tr>
              <a:tr h="295428">
                <a:tc rowSpan="4">
                  <a:txBody>
                    <a:bodyPr/>
                    <a:lstStyle/>
                    <a:p>
                      <a:r>
                        <a:rPr lang="en-IN" sz="1200" b="1" dirty="0"/>
                        <a:t>Effectiveness</a:t>
                      </a:r>
                    </a:p>
                    <a:p>
                      <a:r>
                        <a:rPr lang="en-IN" sz="1200" dirty="0"/>
                        <a:t>How do we measure what AI content is actually useful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User decisions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Accept and reject decisions made by a person at a prompt, excluding automatic approvals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9832739"/>
                  </a:ext>
                </a:extLst>
              </a:tr>
              <a:tr h="295428">
                <a:tc v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Acceptance rate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Accepted user decisions ÷ user decisions × 100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2929700"/>
                  </a:ext>
                </a:extLst>
              </a:tr>
              <a:tr h="295428">
                <a:tc v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Explicit rejection rate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Decisions where the user chose "No" ÷ user decisions × 100. Proxy for error and correction frequency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853102"/>
                  </a:ext>
                </a:extLst>
              </a:tr>
              <a:tr h="295428">
                <a:tc vMerge="1"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Auto-approval share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Decisions approved by settings or hooks ÷ all decisions × 100. Shows how much output goes unreviewed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379104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AFA53-90E9-7282-3824-D079C4C8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533399" y="6434373"/>
            <a:ext cx="4114800" cy="365125"/>
          </a:xfrm>
        </p:spPr>
        <p:txBody>
          <a:bodyPr/>
          <a:lstStyle/>
          <a:p>
            <a:r>
              <a:rPr lang="en-US" dirty="0"/>
              <a:t>Claude Usage Analysis. Is Claude paying off?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BEB82-44E5-B2FF-1E16-C9107454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4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EBF5B-F977-881E-A8FF-6DD299C14172}"/>
              </a:ext>
            </a:extLst>
          </p:cNvPr>
          <p:cNvSpPr txBox="1"/>
          <p:nvPr/>
        </p:nvSpPr>
        <p:spPr>
          <a:xfrm>
            <a:off x="9787095" y="136525"/>
            <a:ext cx="2169307" cy="2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Source: 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1889973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06DD-D26F-EECA-F44A-9DB182D2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 Usage Dashboard </a:t>
            </a:r>
            <a:br>
              <a:rPr lang="en-IN" dirty="0"/>
            </a:br>
            <a:r>
              <a:rPr lang="en-IN" sz="1700" dirty="0"/>
              <a:t>Insights from the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4E4424-1461-8560-E0E6-72D9D5FD0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158" y="1579664"/>
            <a:ext cx="626956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E6336A-CD00-C395-6F88-2B1F364AAE0C}"/>
              </a:ext>
            </a:extLst>
          </p:cNvPr>
          <p:cNvSpPr txBox="1"/>
          <p:nvPr/>
        </p:nvSpPr>
        <p:spPr>
          <a:xfrm>
            <a:off x="8465573" y="1569643"/>
            <a:ext cx="18976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5">
                    <a:lumMod val="75000"/>
                  </a:schemeClr>
                </a:solidFill>
              </a:rPr>
              <a:t>Usage</a:t>
            </a:r>
          </a:p>
          <a:p>
            <a:r>
              <a:rPr lang="en-IN" sz="2800" b="1" dirty="0"/>
              <a:t>81% </a:t>
            </a:r>
          </a:p>
          <a:p>
            <a:r>
              <a:rPr lang="en-IN" sz="1200" dirty="0"/>
              <a:t>Of licenced users where active in September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BF9C-4086-B43C-115D-15E2B7E4873C}"/>
              </a:ext>
            </a:extLst>
          </p:cNvPr>
          <p:cNvSpPr txBox="1"/>
          <p:nvPr/>
        </p:nvSpPr>
        <p:spPr>
          <a:xfrm>
            <a:off x="8465573" y="2800683"/>
            <a:ext cx="17845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5">
                    <a:lumMod val="75000"/>
                  </a:schemeClr>
                </a:solidFill>
              </a:rPr>
              <a:t>cost</a:t>
            </a:r>
          </a:p>
          <a:p>
            <a:r>
              <a:rPr lang="en-IN" sz="2800" b="1" dirty="0"/>
              <a:t>70% </a:t>
            </a:r>
          </a:p>
          <a:p>
            <a:r>
              <a:rPr lang="en-IN" sz="1200" dirty="0"/>
              <a:t>Of cost is from usage of the tool in September 2026. Only 10 idle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886AE7-C18C-1028-9974-B6DD0A51F2FB}"/>
              </a:ext>
            </a:extLst>
          </p:cNvPr>
          <p:cNvSpPr txBox="1"/>
          <p:nvPr/>
        </p:nvSpPr>
        <p:spPr>
          <a:xfrm>
            <a:off x="8465573" y="4205388"/>
            <a:ext cx="189762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5">
                    <a:lumMod val="75000"/>
                  </a:schemeClr>
                </a:solidFill>
              </a:rPr>
              <a:t>Effectiveness </a:t>
            </a:r>
          </a:p>
          <a:p>
            <a:r>
              <a:rPr lang="en-IN" sz="2800" b="1" dirty="0"/>
              <a:t>85% </a:t>
            </a:r>
          </a:p>
          <a:p>
            <a:r>
              <a:rPr lang="en-IN" sz="1200" dirty="0"/>
              <a:t>Of user decisions (excluding the automatic approvals) are accepted. However 62% of the over all decisions are auto approved.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A8A63F3-E9D0-AF79-71DE-55C1008E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533399" y="6370894"/>
            <a:ext cx="4114800" cy="365125"/>
          </a:xfrm>
        </p:spPr>
        <p:txBody>
          <a:bodyPr/>
          <a:lstStyle/>
          <a:p>
            <a:r>
              <a:rPr lang="en-US"/>
              <a:t>Claude Usage Analysis. Is Claude paying off?</a:t>
            </a:r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7B34B8-B0DB-5D65-B71E-353461CF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5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622034-C689-AE4E-9D23-A09005C65DDA}"/>
              </a:ext>
            </a:extLst>
          </p:cNvPr>
          <p:cNvSpPr txBox="1"/>
          <p:nvPr/>
        </p:nvSpPr>
        <p:spPr>
          <a:xfrm>
            <a:off x="2281085" y="5995023"/>
            <a:ext cx="6361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https://chinnuj.github.io/AI-usage-dashboard/</a:t>
            </a:r>
            <a:endParaRPr lang="en-IN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FAC8AF-55A4-CBF6-88F2-96343AA1DBFD}"/>
              </a:ext>
            </a:extLst>
          </p:cNvPr>
          <p:cNvSpPr txBox="1"/>
          <p:nvPr/>
        </p:nvSpPr>
        <p:spPr>
          <a:xfrm>
            <a:off x="9787095" y="136525"/>
            <a:ext cx="2169307" cy="2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Source: 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394965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5CBD-FAEA-C0B6-4A5C-9FAB48BB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AI Usage Recommendation</a:t>
            </a:r>
            <a:br>
              <a:rPr lang="en-IN" dirty="0"/>
            </a:br>
            <a:r>
              <a:rPr lang="en-IN" sz="1700" dirty="0"/>
              <a:t>Actionable recommendation for optimising 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B181-8F80-507F-5A97-83765B23B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400" b="1" dirty="0"/>
              <a:t>Set a review rule for auto-approved edits – </a:t>
            </a:r>
          </a:p>
          <a:p>
            <a:pPr marL="457200" lvl="1" indent="0">
              <a:buNone/>
            </a:pPr>
            <a:r>
              <a:rPr lang="en-IN" sz="1400" dirty="0"/>
              <a:t>Start with the project managers who build with Claude Code: 84% of their edits skip review.</a:t>
            </a:r>
          </a:p>
          <a:p>
            <a:r>
              <a:rPr lang="en-IN" sz="1400" b="1" dirty="0"/>
              <a:t>Coach the Idle and Light users </a:t>
            </a:r>
          </a:p>
          <a:p>
            <a:pPr marL="457200" lvl="1" indent="0">
              <a:buNone/>
            </a:pPr>
            <a:r>
              <a:rPr lang="en-IN" sz="1400" b="1" dirty="0"/>
              <a:t> </a:t>
            </a:r>
            <a:r>
              <a:rPr lang="en-IN" sz="1400" dirty="0"/>
              <a:t>22 of 58 licensed users were Idle or Light in September.</a:t>
            </a:r>
          </a:p>
          <a:p>
            <a:r>
              <a:rPr lang="en-IN" sz="1400" b="1" dirty="0"/>
              <a:t>Reassign or drop the 10 idle licenses – </a:t>
            </a:r>
          </a:p>
          <a:p>
            <a:pPr marL="457200" lvl="1" indent="0">
              <a:buNone/>
            </a:pPr>
            <a:r>
              <a:rPr lang="en-IN" sz="1400" dirty="0"/>
              <a:t>A small saving, but each has had no activity for two months or more.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02609-95D0-6D47-9168-0B48D8F8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533399" y="6361061"/>
            <a:ext cx="4114800" cy="365125"/>
          </a:xfrm>
        </p:spPr>
        <p:txBody>
          <a:bodyPr/>
          <a:lstStyle/>
          <a:p>
            <a:r>
              <a:rPr lang="en-US" dirty="0"/>
              <a:t>Claude Usage Analysis. Is Claude paying off?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4EBEF-C636-1966-0AC0-6701415B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21B1-31E8-4014-B4DB-0B4116D7AC4C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E1944-87AC-658C-AD44-B23980854F2F}"/>
              </a:ext>
            </a:extLst>
          </p:cNvPr>
          <p:cNvSpPr txBox="1"/>
          <p:nvPr/>
        </p:nvSpPr>
        <p:spPr>
          <a:xfrm>
            <a:off x="9787095" y="136525"/>
            <a:ext cx="2169307" cy="2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Source: 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2216156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856</Words>
  <Application>Microsoft Office PowerPoint</Application>
  <PresentationFormat>Widescreen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Claude Usage Analysis  Is Claude paying off? </vt:lpstr>
      <vt:lpstr>PowerPoint Presentation</vt:lpstr>
      <vt:lpstr>Business Context  Who uses the dashboard and what is in or out of scope</vt:lpstr>
      <vt:lpstr>Custom Logics What are the key measurement KPI and what do they mean.</vt:lpstr>
      <vt:lpstr>AI Usage Dashboard  Insights from the dashboard</vt:lpstr>
      <vt:lpstr>AI Usage Recommendation Actionable recommendation for optimising AI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Chinnu Joseph</dc:creator>
  <cp:lastModifiedBy>Chinnu Joseph</cp:lastModifiedBy>
  <cp:revision>1</cp:revision>
  <dcterms:created xsi:type="dcterms:W3CDTF">2026-10-23T10:13:13Z</dcterms:created>
  <dcterms:modified xsi:type="dcterms:W3CDTF">2026-10-26T08:37:33Z</dcterms:modified>
</cp:coreProperties>
</file>